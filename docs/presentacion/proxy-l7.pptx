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req/s</c:v>
                </c:pt>
              </c:strCache>
            </c:strRef>
          </c:tx>
          <c:spPr>
            <a:solidFill>
              <a:srgbClr val="0B6E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HTTPS c100</c:v>
                  </c:pt>
                  <c:pt idx="1">
                    <c:v>HTTPS c200</c:v>
                  </c:pt>
                  <c:pt idx="2">
                    <c:v>HTTPS c400</c:v>
                  </c:pt>
                  <c:pt idx="3">
                    <c:v>HTTP c200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202156</c:v>
                </c:pt>
                <c:pt idx="1">
                  <c:v>189936</c:v>
                </c:pt>
                <c:pt idx="2">
                  <c:v>163825</c:v>
                </c:pt>
                <c:pt idx="3">
                  <c:v>341340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000"/>
          <c:min val="0"/>
        </c:scaling>
        <c:delete val="0"/>
        <c:axPos val="b"/>
        <c:majorGridlines>
          <c:spPr>
            <a:ln w="9525" cap="flat">
              <a:solidFill>
                <a:srgbClr val="E9ECF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fork (procesos)</c:v>
                </c:pt>
              </c:strCache>
            </c:strRef>
          </c:tx>
          <c:spPr>
            <a:solidFill>
              <a:srgbClr val="9AA3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HTTPS c100</c:v>
                  </c:pt>
                  <c:pt idx="1">
                    <c:v>HTTPS c200</c:v>
                  </c:pt>
                  <c:pt idx="2">
                    <c:v>HTTPS c400</c:v>
                  </c:pt>
                  <c:pt idx="3">
                    <c:v>HTTP c200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223372</c:v>
                </c:pt>
                <c:pt idx="1">
                  <c:v>210342</c:v>
                </c:pt>
                <c:pt idx="2">
                  <c:v>173506</c:v>
                </c:pt>
                <c:pt idx="3">
                  <c:v>307471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pthread (hilos)</c:v>
                </c:pt>
              </c:strCache>
            </c:strRef>
          </c:tx>
          <c:spPr>
            <a:solidFill>
              <a:srgbClr val="0B6E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HTTPS c100</c:v>
                  </c:pt>
                  <c:pt idx="1">
                    <c:v>HTTPS c200</c:v>
                  </c:pt>
                  <c:pt idx="2">
                    <c:v>HTTPS c400</c:v>
                  </c:pt>
                  <c:pt idx="3">
                    <c:v>HTTP c200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226981</c:v>
                </c:pt>
                <c:pt idx="1">
                  <c:v>213020</c:v>
                </c:pt>
                <c:pt idx="2">
                  <c:v>171153</c:v>
                </c:pt>
                <c:pt idx="3">
                  <c:v>337706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000"/>
          <c:min val="0"/>
        </c:scaling>
        <c:delete val="0"/>
        <c:axPos val="b"/>
        <c:majorGridlines>
          <c:spPr>
            <a:ln w="9525" cap="flat">
              <a:solidFill>
                <a:srgbClr val="E9ECF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0000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 + OpenSSL (backend C)</c:v>
                </c:pt>
              </c:strCache>
            </c:strRef>
          </c:tx>
          <c:spPr>
            <a:solidFill>
              <a:srgbClr val="9AA3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HTTPS c100</c:v>
                  </c:pt>
                  <c:pt idx="1">
                    <c:v>HTTPS c200</c:v>
                  </c:pt>
                  <c:pt idx="2">
                    <c:v>HTTPS c400</c:v>
                  </c:pt>
                  <c:pt idx="3">
                    <c:v>HTTP c200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228532</c:v>
                </c:pt>
                <c:pt idx="1">
                  <c:v>220261</c:v>
                </c:pt>
                <c:pt idx="2">
                  <c:v>177788</c:v>
                </c:pt>
                <c:pt idx="3">
                  <c:v>348992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Rust + rustls (backend C)</c:v>
                </c:pt>
              </c:strCache>
            </c:strRef>
          </c:tx>
          <c:spPr>
            <a:solidFill>
              <a:srgbClr val="3FB8A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HTTPS c100</c:v>
                  </c:pt>
                  <c:pt idx="1">
                    <c:v>HTTPS c200</c:v>
                  </c:pt>
                  <c:pt idx="2">
                    <c:v>HTTPS c400</c:v>
                  </c:pt>
                  <c:pt idx="3">
                    <c:v>HTTP c200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203985</c:v>
                </c:pt>
                <c:pt idx="1">
                  <c:v>197585</c:v>
                </c:pt>
                <c:pt idx="2">
                  <c:v>162959</c:v>
                </c:pt>
                <c:pt idx="3">
                  <c:v>365279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Rust (backend Rust)</c:v>
                </c:pt>
              </c:strCache>
            </c:strRef>
          </c:tx>
          <c:spPr>
            <a:solidFill>
              <a:srgbClr val="0B6E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HTTPS c100</c:v>
                  </c:pt>
                  <c:pt idx="1">
                    <c:v>HTTPS c200</c:v>
                  </c:pt>
                  <c:pt idx="2">
                    <c:v>HTTPS c400</c:v>
                  </c:pt>
                  <c:pt idx="3">
                    <c:v>HTTP c200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201662</c:v>
                </c:pt>
                <c:pt idx="1">
                  <c:v>191660</c:v>
                </c:pt>
                <c:pt idx="2">
                  <c:v>163457</c:v>
                </c:pt>
                <c:pt idx="3">
                  <c:v>338261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000"/>
          <c:min val="0"/>
        </c:scaling>
        <c:delete val="0"/>
        <c:axPos val="b"/>
        <c:majorGridlines>
          <c:spPr>
            <a:ln w="9525" cap="flat">
              <a:solidFill>
                <a:srgbClr val="E9ECF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0000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E6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L7 · Rust · hilos · epoll/kqueue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011680"/>
            <a:ext cx="109728" cy="2103120"/>
          </a:xfrm>
          <a:prstGeom prst="rect">
            <a:avLst/>
          </a:prstGeom>
          <a:solidFill>
            <a:srgbClr val="3FB8AF"/>
          </a:solidFill>
          <a:ln w="12700">
            <a:solidFill>
              <a:srgbClr val="3FB8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" y="1965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FB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 SISTEMAS · VERSIÓN 2.0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51560" y="23774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inverso L7 de alto rendimiento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51560" y="3200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· un event loop por hilo (mio: epoll / kqueue) · TLS con rustls · recarga en caliente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3703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 con procesos al Rust con hilos · Decisiones · Benchmark y comparativas · Coste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5943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Gustavo Uval · 1 de octubre de 2026 · github.com/gusuval/rust_mas_hilos_proxy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CAMINO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versiones del mismo proxy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4F6F9"/>
          </a:solidFill>
          <a:ln w="12700">
            <a:solidFill>
              <a:srgbClr val="5B64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64208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· C, procesos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084832"/>
            <a:ext cx="32461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C11 + Meson, OpenSSL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+ N procesos (fork)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compartida mmap + seqlock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worker caído se relanza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pruebas de integración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97680" y="155448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4F6F9"/>
          </a:solidFill>
          <a:ln w="12700">
            <a:solidFill>
              <a:srgbClr val="5B64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664208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· C, hilos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80560" y="2084832"/>
            <a:ext cx="32461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proceso: master + N pthreads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worker _Thread_local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socketpair, parada con CHAN_STOP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Seqlock → mutex (carrera detectada por TSan)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Pierde el relanzamiento: un fallo tumba el proceso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46720" y="155448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E6F2F1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664208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 · Rust, hilos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0" y="2084832"/>
            <a:ext cx="32461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mio + rustls + cargo, ~7.100 líneas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para lo compartido, Rc/Cell en el worker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panic solo tumba su hilo: se relanza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Certificados leídos una vez, en el master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batería de C pasa entera (+4 pruebas)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58521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tienen el mismo comportamiento y superan la meta de 50.000 req/s por HTTPS más de 3 veces.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proceso: hilo master + N hilos worker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78892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5B64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78892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HTTPS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017520" y="1417320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E6F2F1"/>
          </a:solidFill>
          <a:ln w="15875">
            <a:solidFill>
              <a:srgbClr val="0B6E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0" y="1417320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Hilo master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y compila la config (Arc) · inotify · señales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relanza workers (también tras un panic) · stats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017520" y="2743200"/>
            <a:ext cx="2240280" cy="1554480"/>
          </a:xfrm>
          <a:prstGeom prst="roundRect">
            <a:avLst>
              <a:gd name="adj" fmla="val 4706"/>
            </a:avLst>
          </a:prstGeom>
          <a:solidFill>
            <a:srgbClr val="E6F2F1"/>
          </a:solidFill>
          <a:ln w="15875">
            <a:solidFill>
              <a:srgbClr val="0B6E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274320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0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loop mio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Rc&lt;Runtime&gt; propio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hilo de health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532120" y="2743200"/>
            <a:ext cx="2240280" cy="1554480"/>
          </a:xfrm>
          <a:prstGeom prst="roundRect">
            <a:avLst>
              <a:gd name="adj" fmla="val 4706"/>
            </a:avLst>
          </a:prstGeom>
          <a:solidFill>
            <a:srgbClr val="E6F2F1"/>
          </a:solidFill>
          <a:ln w="15875">
            <a:solidFill>
              <a:srgbClr val="0B6E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32120" y="274320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N-1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loop mio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Rc&lt;Runtime&gt; propio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hilo de health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017520" y="4663440"/>
            <a:ext cx="2240280" cy="777240"/>
          </a:xfrm>
          <a:prstGeom prst="roundRect">
            <a:avLst>
              <a:gd name="adj" fmla="val 9412"/>
            </a:avLst>
          </a:prstGeom>
          <a:solidFill>
            <a:srgbClr val="F4F6F9"/>
          </a:solidFill>
          <a:ln w="15875">
            <a:solidFill>
              <a:srgbClr val="5B64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466344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por worker (atómicos)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532120" y="4663440"/>
            <a:ext cx="2240280" cy="777240"/>
          </a:xfrm>
          <a:prstGeom prst="roundRect">
            <a:avLst>
              <a:gd name="adj" fmla="val 9412"/>
            </a:avLst>
          </a:prstGeom>
          <a:solidFill>
            <a:srgbClr val="F4F6F9"/>
          </a:solidFill>
          <a:ln w="15875">
            <a:solidFill>
              <a:srgbClr val="5B64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2120" y="466344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Hilo de log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 MPSC acotada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778240" y="2103120"/>
            <a:ext cx="21945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5B64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0" y="210312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778240" y="3154680"/>
            <a:ext cx="21945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5B64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0" y="31546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B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778240" y="4206240"/>
            <a:ext cx="21945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5B64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0" y="420624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2286000" y="3291840"/>
            <a:ext cx="731520" cy="914"/>
          </a:xfrm>
          <a:prstGeom prst="line">
            <a:avLst/>
          </a:prstGeom>
          <a:noFill/>
          <a:ln w="1905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V="1">
            <a:off x="7772400" y="2468880"/>
            <a:ext cx="1005840" cy="731520"/>
          </a:xfrm>
          <a:prstGeom prst="line">
            <a:avLst/>
          </a:prstGeom>
          <a:noFill/>
          <a:ln w="1905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772400" y="3520440"/>
            <a:ext cx="1005840" cy="914"/>
          </a:xfrm>
          <a:prstGeom prst="line">
            <a:avLst/>
          </a:prstGeom>
          <a:noFill/>
          <a:ln w="1905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772400" y="3840480"/>
            <a:ext cx="1005840" cy="685800"/>
          </a:xfrm>
          <a:prstGeom prst="line">
            <a:avLst/>
          </a:prstGeom>
          <a:noFill/>
          <a:ln w="1905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114800" y="2468880"/>
            <a:ext cx="1280160" cy="274320"/>
          </a:xfrm>
          <a:prstGeom prst="line">
            <a:avLst/>
          </a:prstGeom>
          <a:noFill/>
          <a:ln w="19050">
            <a:solidFill>
              <a:srgbClr val="0B6E6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394960" y="2468880"/>
            <a:ext cx="1280160" cy="274320"/>
          </a:xfrm>
          <a:prstGeom prst="line">
            <a:avLst/>
          </a:prstGeom>
          <a:noFill/>
          <a:ln w="19050">
            <a:solidFill>
              <a:srgbClr val="0B6E69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2103120" y="2880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SO_REUSEPORT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017520" y="248716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+ Waker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726680" y="23317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keep-alive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compartido (config compilada, salud de los servidores, stats) va en Arc; el estado de cada petición, en Rc/Cell: el compilador impide que salga de su hilo.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TÉCNICAS · 1/3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loop: edge-triggered sin perder eventos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4526280"/>
          </a:xfrm>
          <a:prstGeom prst="roundRect">
            <a:avLst>
              <a:gd name="adj" fmla="val 2025"/>
            </a:avLst>
          </a:prstGeom>
          <a:solidFill>
            <a:srgbClr val="E6F2F1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64208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mio, no tokio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084832"/>
            <a:ext cx="324612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fina sobre epoll/kqueue: mismos eventos, mismo modo ET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Poll por hilo worker, sin planificador encima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fiel de la máquina de estados de C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297680" y="1554480"/>
            <a:ext cx="3611880" cy="4526280"/>
          </a:xfrm>
          <a:prstGeom prst="roundRect">
            <a:avLst>
              <a:gd name="adj" fmla="val 2025"/>
            </a:avLst>
          </a:prstGeom>
          <a:solidFill>
            <a:srgbClr val="E6F2F1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664208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sess_drive()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80560" y="2084832"/>
            <a:ext cx="324612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→ procesar → E/S backend → procesar → escribir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repite mientras haya progreso: nunca queda trabajo sin evento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de 32 vueltas y replanificación: nadie acapara el loop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046720" y="1554480"/>
            <a:ext cx="3611880" cy="4526280"/>
          </a:xfrm>
          <a:prstGeom prst="roundRect">
            <a:avLst>
              <a:gd name="adj" fmla="val 2025"/>
            </a:avLst>
          </a:prstGeom>
          <a:solidFill>
            <a:srgbClr val="E6F2F1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664208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Slab con generaciones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0" y="2084832"/>
            <a:ext cx="324612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= clase | generación | índice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evento o timer tardío no alcanza al objeto que reutiliza el hueco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Min-heap perezoso: refrescar un timeout cuesta O(1)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TÉCNICAS · 2/3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HTTP/1.1 y TLS correctos por construcción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7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por cabecera completa</a:t>
            </a:r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busca \r\n\r\n recordando lo escaneado; rangos sobre el buffer, sin copias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7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Cuerpos en streaming</a:t>
            </a:r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4 buffers de 16 KB por conexión; contrapresión natural, también a través de rustls (límite de 64 KB)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7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 request smuggling</a:t>
            </a:r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rechaza CL+TE, CL duplicados y obs-fold; nunca quita el encuadre aunque lo pida Connection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7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Pipelining en serie y reintento acotado</a:t>
            </a:r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orden garantizado sin colas; solo se reintenta lo idempotente, sin cuerpo, en conexión reutilizada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7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con rustls</a:t>
            </a:r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API sin E/S que encaja con el loop; resolvedor SNI propio; wildcard de una etiqueta (RFC 6125); 421 si SNI ≠ Host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7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unsafe en el camino de datos</a:t>
            </a:r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solo en master.rs (señales e inotify): 11 bloques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TÉCNICAS · 3/3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Balanceo, salud, recarga y fallos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97480" cy="4526280"/>
          </a:xfrm>
          <a:prstGeom prst="roundRect">
            <a:avLst>
              <a:gd name="adj" fmla="val 2712"/>
            </a:avLst>
          </a:prstGeom>
          <a:solidFill>
            <a:srgbClr val="E6F2F1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6420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least_load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084832"/>
            <a:ext cx="233172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X-Backend-Load, eliminada hacia el cliente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 α=0,3, caduca a los 5 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of two choices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383280" y="1554480"/>
            <a:ext cx="2697480" cy="4526280"/>
          </a:xfrm>
          <a:prstGeom prst="roundRect">
            <a:avLst>
              <a:gd name="adj" fmla="val 2712"/>
            </a:avLst>
          </a:prstGeom>
          <a:solidFill>
            <a:srgbClr val="E6F2F1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66420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566160" y="2084832"/>
            <a:ext cx="233172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Pasiva: fallos de connect/reset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Activa: sondas TCP/HTTP, un hilo por generación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Arc&lt;ServerShared&gt; atómico: lo único compartido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2697480" cy="4526280"/>
          </a:xfrm>
          <a:prstGeom prst="roundRect">
            <a:avLst>
              <a:gd name="adj" fmla="val 2712"/>
            </a:avLst>
          </a:prstGeom>
          <a:solidFill>
            <a:srgbClr val="E6F2F1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66420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Recarga (RCU)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0" y="2084832"/>
            <a:ext cx="233172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inotify sobre el directorio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master compila una vez: Arc&lt;Compiled&gt;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worker hace swap de su Rc; lo en vuelo termina con la vieja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052560" y="1554480"/>
            <a:ext cx="2606040" cy="4526280"/>
          </a:xfrm>
          <a:prstGeom prst="roundRect">
            <a:avLst>
              <a:gd name="adj" fmla="val 2807"/>
            </a:avLst>
          </a:prstGeom>
          <a:solidFill>
            <a:srgbClr val="E6F2F1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0" y="166420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Panic de un worker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235440" y="2084832"/>
            <a:ext cx="224028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termina ese hilo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guardia avisa al master al soltarse (unwinding)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Relanzado con backoff; el tráfico sigue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Verificado de extremo a extremo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2606040" cy="73152"/>
          </a:xfrm>
          <a:prstGeom prst="rect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64792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unitarios (cargo test)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60020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7560" y="1600200"/>
            <a:ext cx="2606040" cy="73152"/>
          </a:xfrm>
          <a:prstGeom prst="rect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764792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474720" y="233172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comprobaciones de integración (99 heredadas de C + 4 de panic)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60020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1600200"/>
            <a:ext cx="2606040" cy="73152"/>
          </a:xfrm>
          <a:prstGeom prst="rect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764792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263640" y="233172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avisos de cargo clippy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15400" y="1600200"/>
            <a:ext cx="2697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15400" y="1600200"/>
            <a:ext cx="2697480" cy="73152"/>
          </a:xfrm>
          <a:prstGeom prst="rect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0" y="1764792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052560" y="2331720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bloques unsafe, todos en master.rs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1089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encontraron las pruebas en esta sesión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8640" y="3520440"/>
            <a:ext cx="110642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 en las estadísticas (C, pthread)</a:t>
            </a:r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el seqlock era una carrera de datos entre hilos; ThreadSanitizer la detectó y se cambió por un mutex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que no compilaban este código</a:t>
            </a:r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los build/ copiados apuntaban a otro proyecto: los tests pasaban contra el código viejo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 pruebas en Rust lento</a:t>
            </a:r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ponía a cero 64 KB por evento: limitaba HTTP a 298k req/s; con buffer reutilizado, 341k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· RUST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 50.000 req/s HTTPS: superada ×3,2 – ×4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600200"/>
          <a:ext cx="40233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28016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Escenario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req/s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 c100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202.156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1,08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 c200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189.936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2,10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 c400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163.825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5,46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c200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341.340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1,76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7680960" y="3703320"/>
            <a:ext cx="40233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errores</a:t>
            </a:r>
            <a:pPr indent="0" marL="0">
              <a:buNone/>
            </a:pPr>
            <a:r>
              <a:rPr lang="en-US" sz="140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26,95 M peticiones (todas 2xx), con solo 845 conexiones a los backends gracias al pool.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y backends en Rust · rustls + aws-lc-rs · Ryzen 7 7735HS (16 hilos) en WSL2 · 8 workers · release + LTO · 100 B · 30 s por escenario · CPUs fijadas.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DE EJECUCIONES · 1/3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 procesos (fork) frente a hilos (pthread)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67665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554480"/>
          <a:ext cx="4206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005840"/>
                <a:gridCol w="7315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Escenario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pthread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 c100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223.372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226.981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 c200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210.342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213.020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 c400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173.506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171.153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c200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307.471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337.706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7498080" y="3611880"/>
            <a:ext cx="42062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3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equivalentes: las diferencias son del tamaño del ruido entre ejecuciones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3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hilos +6-13 % en las dos ejecuciones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3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Anomalía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fork #1 c400: 400 timeouts y 2,5 min; no se reprodujo (excluida de la media)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DE EJECUCIONES · 2/3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frente a C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69494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35240" y="1554480"/>
          <a:ext cx="40690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05840"/>
                <a:gridCol w="1005840"/>
                <a:gridCol w="6858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Escenario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Rust*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 c100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228.532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203.985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−11 %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 c200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220.261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197.585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−10 %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 c400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177.788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162.959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−8 %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c200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348.992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365.279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7635240" y="3611880"/>
            <a:ext cx="40690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3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 el mismo backend, Rust iguala o supera a C: el proxy no es más lento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3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8-12 % menos: coste por registro de rustls con respuestas de 100 B; cambiar ring por aws-lc-rs no lo mueve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7635240" y="585216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Rust + aws-lc-rs con el backend en C, para aislar el proxy.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DE EJECUCIONES · 3/3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Evolución: rendimiento frente a garantías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920240"/>
                <a:gridCol w="1920240"/>
                <a:gridCol w="1920240"/>
                <a:gridCol w="246888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Escenario (media)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C, fork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C, pthread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Rust / C pthread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 c100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223.372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227.498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201.662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0B6E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−11 %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 c200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210.342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215.434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191.660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0B6E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−11 %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 c400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173.506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173.364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163.457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0B6E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c200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307.471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341.468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338.261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0B6E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Ejecuciones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(c400: 1)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57200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FFF4E0"/>
          </a:solidFill>
          <a:ln w="12700">
            <a:solidFill>
              <a:srgbClr val="9A5B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468172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cuesta Rust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5102352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~10 % menos en HTTPS con respuestas pequeñas (rustls)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Opciones: API unbuffered de rustls u OpenSSL desde Rust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63640" y="457200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E6F2F1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46520" y="468172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aporta Rust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46520" y="5102352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de memoria y sin carreras de datos en todo el camino de datos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que se recuperan de un panic; certificados leídos una vez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· CLAUDE OPUS 5.5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de generarlo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2606040" cy="73152"/>
          </a:xfrm>
          <a:prstGeom prst="rect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64792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$18,76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USD, equivalente a precios de API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60020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7560" y="1600200"/>
            <a:ext cx="2606040" cy="73152"/>
          </a:xfrm>
          <a:prstGeom prst="rect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764792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47,3 M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474720" y="233172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de entrada (99 % desde caché)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60020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1600200"/>
            <a:ext cx="2606040" cy="73152"/>
          </a:xfrm>
          <a:prstGeom prst="rect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764792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257 k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263640" y="233172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de salida (código, docs y razonamiento)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15400" y="1600200"/>
            <a:ext cx="2697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15400" y="1600200"/>
            <a:ext cx="2697480" cy="73152"/>
          </a:xfrm>
          <a:prstGeom prst="rect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0" y="1764792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 51 min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052560" y="2331720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sesión: pthread en C y port a Rust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54680"/>
          <a:ext cx="67665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097280"/>
                <a:gridCol w="109728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Lectura de caché (contexto reutilizado)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46,8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$0,20/M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Salida generada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257 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$20,00/M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Escritura de caché (TTL 1 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533 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$8,00/M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B6E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$18,76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7589520" y="3154680"/>
            <a:ext cx="40690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obtuvo por ese coste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C con hilos (verificada con ASan, UBSan y TSan), port completo a Rust (~7.100 líneas, 146 pruebas), 11 ejecuciones de benchmark, comparativas y 2 repos en GitHub.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Intervención humana: 11 mensajes cortos ("sí, haz el merge", "pasa el proyecto a Rust con hilos"...).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incluye esta documentación. Con plan Claude Max no se factura por token: la cifra es la referencia a precios de API.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y próximos pasos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E6F2F1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6420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Entregado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084832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en Rust completo y verificado en Linux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batería que la versión C, en verde (103/103)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reproducible y comparativas con C (bench/results/)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técnica y manual de usuario (PDF)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requerimiento → test (docs/verificacion.md)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4E0"/>
          </a:solidFill>
          <a:ln w="12700">
            <a:solidFill>
              <a:srgbClr val="9A5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66420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/ limitaciones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46520" y="2084832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Compilar y probar en macOS/BSD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Recortar el ~10 % de HTTPS (rustls unbuffered u OpenSSL)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demo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HTTP/1.0 recibe chunked sin convertir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el nº de workers requiere reiniciar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Proxy inverso L7 en Rust — hilos, epoll/kqueue</dc:title>
  <dc:subject>PptxGenJS Presentation</dc:subject>
  <dc:creator>Gustavo Uval</dc:creator>
  <cp:lastModifiedBy>Gustavo Uval</cp:lastModifiedBy>
  <cp:revision>1</cp:revision>
  <dcterms:created xsi:type="dcterms:W3CDTF">2026-10-02T01:18:14Z</dcterms:created>
  <dcterms:modified xsi:type="dcterms:W3CDTF">2026-10-02T01:18:14Z</dcterms:modified>
</cp:coreProperties>
</file>